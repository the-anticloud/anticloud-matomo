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MATOMO | Category: MARKETING_TOOLS</a:t>
            </a:r>
          </a:p>
          <a:p>
            <a:r>
              <a:rPr sz="1400"/>
              <a:t>Upstream: https://github.com/matomo-org/matomo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MATOMO.</a:t>
            </a:r>
          </a:p>
          <a:p>
            <a:r>
              <a:rPr sz="1400"/>
              <a:t>Open-source web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MATOMO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